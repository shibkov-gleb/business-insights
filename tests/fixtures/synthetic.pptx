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Second"/>
    <p:sldId id="257" r:id="rFirst"/>
  </p:sldIdLst>
</p:presentation>
</file>

<file path=ppt/_rels/presentation.xml.rels><Relationships><Relationship Id="rSecond" Target="slides/slide2.xml"/><Relationship Id="rFirst" Target="slides/slide1.xml"/></Relationships>
</file>

<file path=ppt/slides/slide1.xml><?xml version="1.0" encoding="utf-8"?>
<p:sld xmlns:p="http://schemas.openxmlformats.org/presentationml/2006/main" xmlns:a="http://schemas.openxmlformats.org/drawingml/2006/main">
  <a:t>Synthetic second slide: audience unknown.</a:t>
</p:sld>
</file>

<file path=ppt/slides/slide2.xml><?xml version="1.0" encoding="utf-8"?>
<p:sld xmlns:p="http://schemas.openxmlformats.org/presentationml/2006/main" xmlns:a="http://schemas.openxmlformats.org/drawingml/2006/main">
  <a:t>Synthetic first slide: B2B SaaS hypothesis.</a:t>
</p:sld>
</file>